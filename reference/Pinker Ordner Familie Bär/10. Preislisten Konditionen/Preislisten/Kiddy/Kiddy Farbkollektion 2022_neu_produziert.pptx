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sldIdLst>
    <p:sldId id="315" r:id="rId2"/>
    <p:sldId id="257" r:id="rId3"/>
    <p:sldId id="31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arzyna Odowska" initials="KO" lastIdx="1" clrIdx="0">
    <p:extLst>
      <p:ext uri="{19B8F6BF-5375-455C-9EA6-DF929625EA0E}">
        <p15:presenceInfo xmlns:p15="http://schemas.microsoft.com/office/powerpoint/2012/main" userId="S::k.odowska@4kraft.com::e4e37d91-db86-48a0-8096-37cae27d73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959"/>
    <a:srgbClr val="CC0000"/>
    <a:srgbClr val="FDEEA5"/>
    <a:srgbClr val="FDF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yl z motywem 1 — Ak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Styl pośredni 4 — Ak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Styl pośredni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03447BB-5D67-496B-8E87-E561075AD55C}" styleName="Styl ciemny 1 — Ak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Styl pośredni 3 — Ak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Styl pośredni 3 — Ak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06799F8-075E-4A3A-A7F6-7FBC6576F1A4}" styleName="Styl z motywem 2 — Ak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Styl z motywem 1 — Ak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Styl pośredni 4 — Ak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74" autoAdjust="0"/>
  </p:normalViewPr>
  <p:slideViewPr>
    <p:cSldViewPr snapToGrid="0">
      <p:cViewPr varScale="1">
        <p:scale>
          <a:sx n="112" d="100"/>
          <a:sy n="112" d="100"/>
        </p:scale>
        <p:origin x="51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3E455-F220-42E7-AEEF-B93BDB7F9F6D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F39CB-3288-49BD-8F21-E4810DF58FFC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673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00225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548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55385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478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253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70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91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30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40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955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132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3A2B87-E525-41D7-B52B-170A9D99A241}" type="datetimeFigureOut">
              <a:rPr lang="pl-PL" smtClean="0"/>
              <a:t>07.02.2022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30F905B-4E3E-4EE4-B09B-0E118883D71E}" type="slidenum">
              <a:rPr lang="pl-PL" smtClean="0"/>
              <a:t>‹Nr.›</a:t>
            </a:fld>
            <a:endParaRPr lang="pl-P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25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D92A69BA-015D-4DA1-B173-8AC2B2E9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202789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FCBA6704-4736-42EA-8BDC-6A8D60303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056" y="5124895"/>
            <a:ext cx="4935672" cy="1744650"/>
          </a:xfrm>
          <a:prstGeom prst="rect">
            <a:avLst/>
          </a:prstGeom>
        </p:spPr>
      </p:pic>
      <p:pic>
        <p:nvPicPr>
          <p:cNvPr id="3076" name="Picture 4" descr="Kiddy | Przetestuj wózek">
            <a:extLst>
              <a:ext uri="{FF2B5EF4-FFF2-40B4-BE49-F238E27FC236}">
                <a16:creationId xmlns:a16="http://schemas.microsoft.com/office/drawing/2014/main" id="{0A8089C0-840C-415B-A0F1-C54A6F744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69" b="33938"/>
          <a:stretch/>
        </p:blipFill>
        <p:spPr bwMode="auto">
          <a:xfrm>
            <a:off x="1589942" y="5324191"/>
            <a:ext cx="3434428" cy="134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trzałka: w prawo 5">
            <a:extLst>
              <a:ext uri="{FF2B5EF4-FFF2-40B4-BE49-F238E27FC236}">
                <a16:creationId xmlns:a16="http://schemas.microsoft.com/office/drawing/2014/main" id="{58917955-6E93-481C-84C0-751B820C8C6E}"/>
              </a:ext>
            </a:extLst>
          </p:cNvPr>
          <p:cNvSpPr/>
          <p:nvPr/>
        </p:nvSpPr>
        <p:spPr>
          <a:xfrm>
            <a:off x="5674682" y="5594125"/>
            <a:ext cx="1408246" cy="80619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237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489D8F-0E48-4097-9D72-3F16AECC1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924" y="-272643"/>
            <a:ext cx="9144000" cy="76543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Raleway" panose="020B0503030101060003" pitchFamily="34" charset="-18"/>
              </a:rPr>
              <a:t>Neu </a:t>
            </a:r>
            <a:r>
              <a:rPr lang="en-US" sz="2000" b="1" dirty="0" err="1">
                <a:latin typeface="Raleway" panose="020B0503030101060003" pitchFamily="34" charset="-18"/>
              </a:rPr>
              <a:t>Produzierte</a:t>
            </a:r>
            <a:r>
              <a:rPr lang="en-US" sz="2000" b="1" dirty="0">
                <a:latin typeface="Raleway" panose="020B0503030101060003" pitchFamily="34" charset="-18"/>
              </a:rPr>
              <a:t> </a:t>
            </a:r>
            <a:r>
              <a:rPr lang="en-US" sz="2000" b="1" dirty="0" err="1">
                <a:latin typeface="Raleway" panose="020B0503030101060003" pitchFamily="34" charset="-18"/>
              </a:rPr>
              <a:t>Kollektion</a:t>
            </a:r>
            <a:r>
              <a:rPr lang="en-US" sz="2000" b="1" dirty="0">
                <a:latin typeface="Raleway" panose="020B0503030101060003" pitchFamily="34" charset="-18"/>
              </a:rPr>
              <a:t> </a:t>
            </a:r>
            <a:r>
              <a:rPr lang="en-US" sz="2400" b="1" dirty="0">
                <a:latin typeface="Raleway" panose="020B0503030101060003" pitchFamily="34" charset="-18"/>
              </a:rPr>
              <a:t>2022</a:t>
            </a:r>
            <a:endParaRPr lang="pl-PL" sz="2400" b="1" dirty="0">
              <a:latin typeface="Raleway" panose="020B0503030101060003" pitchFamily="34" charset="-18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CB79D9E-D22C-4C85-BFE9-CADE66644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039" y="86058"/>
            <a:ext cx="1500231" cy="1359584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6250C4ED-0112-4FB5-9079-B80B439FF0BF}"/>
              </a:ext>
            </a:extLst>
          </p:cNvPr>
          <p:cNvSpPr txBox="1"/>
          <p:nvPr/>
        </p:nvSpPr>
        <p:spPr>
          <a:xfrm>
            <a:off x="5198957" y="6665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dirty="0">
                <a:latin typeface="Raleway" panose="020B0503030101060003" pitchFamily="34" charset="-18"/>
              </a:rPr>
              <a:t>Cruiserfix3 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2713AB8C-D625-47F9-AEFE-571C7FCA6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50" y="1208051"/>
            <a:ext cx="1349078" cy="193694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3340AD9E-F6DF-4375-9A99-CA70FBEF4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655" y="1221312"/>
            <a:ext cx="1560657" cy="1975781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50A33BDA-9937-44DB-9958-D8CBFF044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839" y="1178603"/>
            <a:ext cx="1738777" cy="2010539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11D88B12-B666-46AE-B30D-E785C1DF414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74" t="3401" r="10615" b="878"/>
          <a:stretch/>
        </p:blipFill>
        <p:spPr>
          <a:xfrm>
            <a:off x="7520006" y="1208051"/>
            <a:ext cx="1589425" cy="2054930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643FF0A9-59E0-4DA2-9136-7C4993ABC41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983" t="2678" r="-1096" b="-2678"/>
          <a:stretch/>
        </p:blipFill>
        <p:spPr>
          <a:xfrm>
            <a:off x="3424231" y="3653505"/>
            <a:ext cx="1515081" cy="2023911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027FFFA8-4865-4ECA-A11D-2D7A7C41D0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8957" y="3653505"/>
            <a:ext cx="1517934" cy="2023911"/>
          </a:xfrm>
          <a:prstGeom prst="rect">
            <a:avLst/>
          </a:prstGeom>
        </p:spPr>
      </p:pic>
      <p:sp>
        <p:nvSpPr>
          <p:cNvPr id="17" name="pole tekstowe 16">
            <a:extLst>
              <a:ext uri="{FF2B5EF4-FFF2-40B4-BE49-F238E27FC236}">
                <a16:creationId xmlns:a16="http://schemas.microsoft.com/office/drawing/2014/main" id="{CAE0286C-3024-4936-B98C-F3C3146EE037}"/>
              </a:ext>
            </a:extLst>
          </p:cNvPr>
          <p:cNvSpPr txBox="1"/>
          <p:nvPr/>
        </p:nvSpPr>
        <p:spPr>
          <a:xfrm>
            <a:off x="1588915" y="3183579"/>
            <a:ext cx="1349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Beet</a:t>
            </a:r>
            <a:r>
              <a:rPr lang="pl-PL" sz="1000" dirty="0">
                <a:latin typeface="Raleway" panose="020B0503030101060003" pitchFamily="34" charset="-18"/>
              </a:rPr>
              <a:t> Red </a:t>
            </a:r>
            <a:r>
              <a:rPr lang="pl-PL" sz="1000" dirty="0" err="1">
                <a:latin typeface="Raleway" panose="020B0503030101060003" pitchFamily="34" charset="-18"/>
              </a:rPr>
              <a:t>Melange</a:t>
            </a:r>
            <a:endParaRPr lang="pl-PL" sz="1000" dirty="0">
              <a:latin typeface="Raleway" panose="020B0503030101060003" pitchFamily="34" charset="-18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C57253A2-C7B4-43E0-853E-F0D4CA17CA2A}"/>
              </a:ext>
            </a:extLst>
          </p:cNvPr>
          <p:cNvSpPr txBox="1"/>
          <p:nvPr/>
        </p:nvSpPr>
        <p:spPr>
          <a:xfrm>
            <a:off x="5328839" y="5667738"/>
            <a:ext cx="21911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Midnight</a:t>
            </a:r>
            <a:r>
              <a:rPr lang="pl-PL" sz="1000" dirty="0">
                <a:latin typeface="Raleway" panose="020B0503030101060003" pitchFamily="34" charset="-18"/>
              </a:rPr>
              <a:t> Black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F59B9F1-E56D-487B-B49C-DB58E808FDE7}"/>
              </a:ext>
            </a:extLst>
          </p:cNvPr>
          <p:cNvSpPr txBox="1"/>
          <p:nvPr/>
        </p:nvSpPr>
        <p:spPr>
          <a:xfrm>
            <a:off x="7758282" y="3246814"/>
            <a:ext cx="1112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50" dirty="0">
                <a:latin typeface="Raleway" panose="020B0503030101060003" pitchFamily="34" charset="-18"/>
              </a:rPr>
              <a:t>Rubin </a:t>
            </a:r>
            <a:r>
              <a:rPr lang="pl-PL" sz="1050" dirty="0" err="1">
                <a:latin typeface="Raleway" panose="020B0503030101060003" pitchFamily="34" charset="-18"/>
              </a:rPr>
              <a:t>Pink</a:t>
            </a:r>
            <a:endParaRPr lang="pl-PL" sz="1050" dirty="0">
              <a:latin typeface="Raleway" panose="020B0503030101060003" pitchFamily="34" charset="-18"/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482AA6FD-9289-4BB4-9C3E-B620C6201573}"/>
              </a:ext>
            </a:extLst>
          </p:cNvPr>
          <p:cNvSpPr txBox="1"/>
          <p:nvPr/>
        </p:nvSpPr>
        <p:spPr>
          <a:xfrm>
            <a:off x="3076652" y="3233533"/>
            <a:ext cx="26237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Indigo</a:t>
            </a:r>
            <a:r>
              <a:rPr lang="pl-PL" sz="1000" dirty="0">
                <a:latin typeface="Raleway" panose="020B0503030101060003" pitchFamily="34" charset="-18"/>
              </a:rPr>
              <a:t> Blue </a:t>
            </a:r>
            <a:r>
              <a:rPr lang="pl-PL" sz="1000" dirty="0" err="1">
                <a:latin typeface="Raleway" panose="020B0503030101060003" pitchFamily="34" charset="-18"/>
              </a:rPr>
              <a:t>Melange</a:t>
            </a:r>
            <a:r>
              <a:rPr lang="pl-PL" sz="1000" dirty="0">
                <a:latin typeface="Raleway" panose="020B0503030101060003" pitchFamily="34" charset="-18"/>
              </a:rPr>
              <a:t> </a:t>
            </a:r>
            <a:r>
              <a:rPr lang="pl-PL" sz="1000" dirty="0" err="1">
                <a:latin typeface="Raleway" panose="020B0503030101060003" pitchFamily="34" charset="-18"/>
              </a:rPr>
              <a:t>Icy</a:t>
            </a:r>
            <a:r>
              <a:rPr lang="pl-PL" sz="1000" dirty="0">
                <a:latin typeface="Raleway" panose="020B0503030101060003" pitchFamily="34" charset="-18"/>
              </a:rPr>
              <a:t> Grey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ABC9F011-73DE-4229-B783-3C6FE224BC63}"/>
              </a:ext>
            </a:extLst>
          </p:cNvPr>
          <p:cNvSpPr txBox="1"/>
          <p:nvPr/>
        </p:nvSpPr>
        <p:spPr>
          <a:xfrm>
            <a:off x="3557588" y="5638906"/>
            <a:ext cx="13224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Lizard</a:t>
            </a:r>
            <a:r>
              <a:rPr lang="pl-PL" sz="1000" dirty="0">
                <a:latin typeface="Raleway" panose="020B0503030101060003" pitchFamily="34" charset="-18"/>
              </a:rPr>
              <a:t> Green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A601E2D3-6504-4D9A-9160-6CA16A0F9353}"/>
              </a:ext>
            </a:extLst>
          </p:cNvPr>
          <p:cNvSpPr txBox="1"/>
          <p:nvPr/>
        </p:nvSpPr>
        <p:spPr>
          <a:xfrm>
            <a:off x="5414297" y="3235665"/>
            <a:ext cx="26237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>
                <a:latin typeface="Raleway" panose="020B0503030101060003" pitchFamily="34" charset="-18"/>
              </a:rPr>
              <a:t>Iron Grey </a:t>
            </a:r>
            <a:r>
              <a:rPr lang="pl-PL" sz="1000" dirty="0" err="1">
                <a:latin typeface="Raleway" panose="020B0503030101060003" pitchFamily="34" charset="-18"/>
              </a:rPr>
              <a:t>Melange</a:t>
            </a:r>
            <a:r>
              <a:rPr lang="pl-PL" sz="1000" dirty="0">
                <a:latin typeface="Raleway" panose="020B0503030101060003" pitchFamily="34" charset="-18"/>
              </a:rPr>
              <a:t> </a:t>
            </a:r>
            <a:r>
              <a:rPr lang="pl-PL" sz="1000" dirty="0" err="1">
                <a:latin typeface="Raleway" panose="020B0503030101060003" pitchFamily="34" charset="-18"/>
              </a:rPr>
              <a:t>Icy</a:t>
            </a:r>
            <a:r>
              <a:rPr lang="pl-PL" sz="1000" dirty="0">
                <a:latin typeface="Raleway" panose="020B0503030101060003" pitchFamily="34" charset="-18"/>
              </a:rPr>
              <a:t> Grey</a:t>
            </a:r>
          </a:p>
        </p:txBody>
      </p:sp>
    </p:spTree>
    <p:extLst>
      <p:ext uri="{BB962C8B-B14F-4D97-AF65-F5344CB8AC3E}">
        <p14:creationId xmlns:p14="http://schemas.microsoft.com/office/powerpoint/2010/main" val="4247262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489D8F-0E48-4097-9D72-3F16AECC1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894" y="-259500"/>
            <a:ext cx="9144000" cy="76543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Raleway" panose="020B0503030101060003" pitchFamily="34" charset="-18"/>
              </a:rPr>
              <a:t>Neu </a:t>
            </a:r>
            <a:r>
              <a:rPr lang="en-US" sz="2000" b="1" dirty="0" err="1">
                <a:latin typeface="Raleway" panose="020B0503030101060003" pitchFamily="34" charset="-18"/>
              </a:rPr>
              <a:t>Produzierte</a:t>
            </a:r>
            <a:r>
              <a:rPr lang="en-US" sz="2000" b="1" dirty="0">
                <a:latin typeface="Raleway" panose="020B0503030101060003" pitchFamily="34" charset="-18"/>
              </a:rPr>
              <a:t> </a:t>
            </a:r>
            <a:r>
              <a:rPr lang="en-US" sz="2000" b="1" dirty="0" err="1">
                <a:latin typeface="Raleway" panose="020B0503030101060003" pitchFamily="34" charset="-18"/>
              </a:rPr>
              <a:t>Kollektion</a:t>
            </a:r>
            <a:r>
              <a:rPr lang="en-US" sz="2000" b="1" dirty="0">
                <a:latin typeface="Raleway" panose="020B0503030101060003" pitchFamily="34" charset="-18"/>
              </a:rPr>
              <a:t> </a:t>
            </a:r>
            <a:r>
              <a:rPr lang="en-US" sz="2400" b="1" dirty="0">
                <a:latin typeface="Raleway" panose="020B0503030101060003" pitchFamily="34" charset="-18"/>
              </a:rPr>
              <a:t>2022</a:t>
            </a:r>
            <a:endParaRPr lang="pl-PL" sz="2000" b="1" dirty="0">
              <a:latin typeface="Raleway" panose="020B0503030101060003" pitchFamily="34" charset="-18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CB79D9E-D22C-4C85-BFE9-CADE66644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358" y="116339"/>
            <a:ext cx="1500231" cy="1359584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6250C4ED-0112-4FB5-9079-B80B439FF0BF}"/>
              </a:ext>
            </a:extLst>
          </p:cNvPr>
          <p:cNvSpPr txBox="1"/>
          <p:nvPr/>
        </p:nvSpPr>
        <p:spPr>
          <a:xfrm>
            <a:off x="1710305" y="1106591"/>
            <a:ext cx="1750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dirty="0">
                <a:latin typeface="Raleway" panose="020B0503030101060003" pitchFamily="34" charset="-18"/>
              </a:rPr>
              <a:t>Guardianfix3 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CAE0286C-3024-4936-B98C-F3C3146EE037}"/>
              </a:ext>
            </a:extLst>
          </p:cNvPr>
          <p:cNvSpPr txBox="1"/>
          <p:nvPr/>
        </p:nvSpPr>
        <p:spPr>
          <a:xfrm>
            <a:off x="1553894" y="3615895"/>
            <a:ext cx="13954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Beet</a:t>
            </a:r>
            <a:r>
              <a:rPr lang="pl-PL" sz="1000" dirty="0">
                <a:latin typeface="Raleway" panose="020B0503030101060003" pitchFamily="34" charset="-18"/>
              </a:rPr>
              <a:t> Red </a:t>
            </a:r>
            <a:r>
              <a:rPr lang="pl-PL" sz="1000" dirty="0" err="1">
                <a:latin typeface="Raleway" panose="020B0503030101060003" pitchFamily="34" charset="-18"/>
              </a:rPr>
              <a:t>Melange</a:t>
            </a:r>
            <a:endParaRPr lang="pl-PL" sz="1000" dirty="0">
              <a:latin typeface="Raleway" panose="020B0503030101060003" pitchFamily="34" charset="-18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C57253A2-C7B4-43E0-853E-F0D4CA17CA2A}"/>
              </a:ext>
            </a:extLst>
          </p:cNvPr>
          <p:cNvSpPr txBox="1"/>
          <p:nvPr/>
        </p:nvSpPr>
        <p:spPr>
          <a:xfrm>
            <a:off x="2251636" y="6127840"/>
            <a:ext cx="21911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Midnight</a:t>
            </a:r>
            <a:r>
              <a:rPr lang="pl-PL" sz="1000" dirty="0">
                <a:latin typeface="Raleway" panose="020B0503030101060003" pitchFamily="34" charset="-18"/>
              </a:rPr>
              <a:t> Black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482AA6FD-9289-4BB4-9C3E-B620C6201573}"/>
              </a:ext>
            </a:extLst>
          </p:cNvPr>
          <p:cNvSpPr txBox="1"/>
          <p:nvPr/>
        </p:nvSpPr>
        <p:spPr>
          <a:xfrm>
            <a:off x="7580667" y="5440601"/>
            <a:ext cx="26237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Indigo</a:t>
            </a:r>
            <a:r>
              <a:rPr lang="pl-PL" sz="1000" dirty="0">
                <a:latin typeface="Raleway" panose="020B0503030101060003" pitchFamily="34" charset="-18"/>
              </a:rPr>
              <a:t> Blue </a:t>
            </a:r>
            <a:r>
              <a:rPr lang="pl-PL" sz="1000" dirty="0" err="1">
                <a:latin typeface="Raleway" panose="020B0503030101060003" pitchFamily="34" charset="-18"/>
              </a:rPr>
              <a:t>Melange</a:t>
            </a:r>
            <a:r>
              <a:rPr lang="pl-PL" sz="1000" dirty="0">
                <a:latin typeface="Raleway" panose="020B0503030101060003" pitchFamily="34" charset="-18"/>
              </a:rPr>
              <a:t> </a:t>
            </a:r>
            <a:r>
              <a:rPr lang="pl-PL" sz="1000" dirty="0" err="1">
                <a:latin typeface="Raleway" panose="020B0503030101060003" pitchFamily="34" charset="-18"/>
              </a:rPr>
              <a:t>Icy</a:t>
            </a:r>
            <a:r>
              <a:rPr lang="pl-PL" sz="1000" dirty="0">
                <a:latin typeface="Raleway" panose="020B0503030101060003" pitchFamily="34" charset="-18"/>
              </a:rPr>
              <a:t> Grey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ABC9F011-73DE-4229-B783-3C6FE224BC63}"/>
              </a:ext>
            </a:extLst>
          </p:cNvPr>
          <p:cNvSpPr txBox="1"/>
          <p:nvPr/>
        </p:nvSpPr>
        <p:spPr>
          <a:xfrm>
            <a:off x="3275660" y="3608370"/>
            <a:ext cx="13224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Lizard</a:t>
            </a:r>
            <a:r>
              <a:rPr lang="pl-PL" sz="1000" dirty="0">
                <a:latin typeface="Raleway" panose="020B0503030101060003" pitchFamily="34" charset="-18"/>
              </a:rPr>
              <a:t> Green</a:t>
            </a:r>
          </a:p>
        </p:txBody>
      </p:sp>
      <p:pic>
        <p:nvPicPr>
          <p:cNvPr id="24" name="Obraz 23">
            <a:extLst>
              <a:ext uri="{FF2B5EF4-FFF2-40B4-BE49-F238E27FC236}">
                <a16:creationId xmlns:a16="http://schemas.microsoft.com/office/drawing/2014/main" id="{3D8ACE31-45E5-4E6A-801F-F39116086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828" y="1540034"/>
            <a:ext cx="1567618" cy="2040607"/>
          </a:xfrm>
          <a:prstGeom prst="rect">
            <a:avLst/>
          </a:prstGeom>
        </p:spPr>
      </p:pic>
      <p:pic>
        <p:nvPicPr>
          <p:cNvPr id="25" name="Obraz 24">
            <a:extLst>
              <a:ext uri="{FF2B5EF4-FFF2-40B4-BE49-F238E27FC236}">
                <a16:creationId xmlns:a16="http://schemas.microsoft.com/office/drawing/2014/main" id="{34C1CDEA-B863-4025-8F00-68ED2E66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084" y="1532222"/>
            <a:ext cx="1526329" cy="2040606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0F46ABAB-25C5-45E8-9CDE-BC4988286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639" y="4010628"/>
            <a:ext cx="1650555" cy="2098956"/>
          </a:xfrm>
          <a:prstGeom prst="rect">
            <a:avLst/>
          </a:prstGeom>
        </p:spPr>
      </p:pic>
      <p:sp>
        <p:nvSpPr>
          <p:cNvPr id="27" name="pole tekstowe 26">
            <a:extLst>
              <a:ext uri="{FF2B5EF4-FFF2-40B4-BE49-F238E27FC236}">
                <a16:creationId xmlns:a16="http://schemas.microsoft.com/office/drawing/2014/main" id="{1A77C424-43AF-4C43-95DC-98757F97998C}"/>
              </a:ext>
            </a:extLst>
          </p:cNvPr>
          <p:cNvSpPr txBox="1"/>
          <p:nvPr/>
        </p:nvSpPr>
        <p:spPr>
          <a:xfrm>
            <a:off x="6469388" y="1061713"/>
            <a:ext cx="2222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dirty="0" err="1">
                <a:latin typeface="Raleway" panose="020B0503030101060003" pitchFamily="34" charset="-18"/>
              </a:rPr>
              <a:t>Evoluna</a:t>
            </a:r>
            <a:r>
              <a:rPr lang="pl-PL" dirty="0">
                <a:latin typeface="Raleway" panose="020B0503030101060003" pitchFamily="34" charset="-18"/>
              </a:rPr>
              <a:t> i-Size2 </a:t>
            </a:r>
          </a:p>
        </p:txBody>
      </p:sp>
      <p:pic>
        <p:nvPicPr>
          <p:cNvPr id="28" name="Obraz 27">
            <a:extLst>
              <a:ext uri="{FF2B5EF4-FFF2-40B4-BE49-F238E27FC236}">
                <a16:creationId xmlns:a16="http://schemas.microsoft.com/office/drawing/2014/main" id="{36010E9E-50B8-4A3E-87F9-A727A8C89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2120" y="1428496"/>
            <a:ext cx="1691954" cy="1824707"/>
          </a:xfrm>
          <a:prstGeom prst="rect">
            <a:avLst/>
          </a:prstGeom>
        </p:spPr>
      </p:pic>
      <p:sp>
        <p:nvSpPr>
          <p:cNvPr id="29" name="pole tekstowe 28">
            <a:extLst>
              <a:ext uri="{FF2B5EF4-FFF2-40B4-BE49-F238E27FC236}">
                <a16:creationId xmlns:a16="http://schemas.microsoft.com/office/drawing/2014/main" id="{51EC5577-468B-44DF-A88E-7AB4E65488B3}"/>
              </a:ext>
            </a:extLst>
          </p:cNvPr>
          <p:cNvSpPr txBox="1"/>
          <p:nvPr/>
        </p:nvSpPr>
        <p:spPr>
          <a:xfrm>
            <a:off x="6078031" y="3364420"/>
            <a:ext cx="13224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Lizard</a:t>
            </a:r>
            <a:r>
              <a:rPr lang="pl-PL" sz="1000" dirty="0">
                <a:latin typeface="Raleway" panose="020B0503030101060003" pitchFamily="34" charset="-18"/>
              </a:rPr>
              <a:t> Green</a:t>
            </a:r>
          </a:p>
        </p:txBody>
      </p:sp>
      <p:pic>
        <p:nvPicPr>
          <p:cNvPr id="30" name="Obraz 29">
            <a:extLst>
              <a:ext uri="{FF2B5EF4-FFF2-40B4-BE49-F238E27FC236}">
                <a16:creationId xmlns:a16="http://schemas.microsoft.com/office/drawing/2014/main" id="{07081A50-90E4-4401-A0CA-5605F74D1F5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82" t="1136" r="2529" b="3444"/>
          <a:stretch/>
        </p:blipFill>
        <p:spPr>
          <a:xfrm>
            <a:off x="7907479" y="1580937"/>
            <a:ext cx="1661856" cy="1775992"/>
          </a:xfrm>
          <a:prstGeom prst="rect">
            <a:avLst/>
          </a:prstGeom>
        </p:spPr>
      </p:pic>
      <p:sp>
        <p:nvSpPr>
          <p:cNvPr id="31" name="pole tekstowe 30">
            <a:extLst>
              <a:ext uri="{FF2B5EF4-FFF2-40B4-BE49-F238E27FC236}">
                <a16:creationId xmlns:a16="http://schemas.microsoft.com/office/drawing/2014/main" id="{1143D531-4D97-40F4-B4BD-BF314FE22ED8}"/>
              </a:ext>
            </a:extLst>
          </p:cNvPr>
          <p:cNvSpPr txBox="1"/>
          <p:nvPr/>
        </p:nvSpPr>
        <p:spPr>
          <a:xfrm>
            <a:off x="7784818" y="3345442"/>
            <a:ext cx="21911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Beet</a:t>
            </a:r>
            <a:r>
              <a:rPr lang="pl-PL" sz="1000" dirty="0">
                <a:latin typeface="Raleway" panose="020B0503030101060003" pitchFamily="34" charset="-18"/>
              </a:rPr>
              <a:t> Red </a:t>
            </a:r>
            <a:r>
              <a:rPr lang="pl-PL" sz="1000" dirty="0" err="1">
                <a:latin typeface="Raleway" panose="020B0503030101060003" pitchFamily="34" charset="-18"/>
              </a:rPr>
              <a:t>Melange</a:t>
            </a:r>
            <a:r>
              <a:rPr lang="pl-PL" sz="1000" dirty="0">
                <a:latin typeface="Raleway" panose="020B0503030101060003" pitchFamily="34" charset="-18"/>
              </a:rPr>
              <a:t> </a:t>
            </a:r>
            <a:r>
              <a:rPr lang="pl-PL" sz="1000" dirty="0" err="1">
                <a:latin typeface="Raleway" panose="020B0503030101060003" pitchFamily="34" charset="-18"/>
              </a:rPr>
              <a:t>Icy</a:t>
            </a:r>
            <a:r>
              <a:rPr lang="pl-PL" sz="1000" dirty="0">
                <a:latin typeface="Raleway" panose="020B0503030101060003" pitchFamily="34" charset="-18"/>
              </a:rPr>
              <a:t> Grey</a:t>
            </a:r>
          </a:p>
        </p:txBody>
      </p:sp>
      <p:pic>
        <p:nvPicPr>
          <p:cNvPr id="32" name="Obraz 31">
            <a:extLst>
              <a:ext uri="{FF2B5EF4-FFF2-40B4-BE49-F238E27FC236}">
                <a16:creationId xmlns:a16="http://schemas.microsoft.com/office/drawing/2014/main" id="{ADEAE342-59E6-4C00-969F-F64C2D5006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4110" y="3644107"/>
            <a:ext cx="1650555" cy="1824707"/>
          </a:xfrm>
          <a:prstGeom prst="rect">
            <a:avLst/>
          </a:prstGeom>
        </p:spPr>
      </p:pic>
      <p:sp>
        <p:nvSpPr>
          <p:cNvPr id="33" name="pole tekstowe 32">
            <a:extLst>
              <a:ext uri="{FF2B5EF4-FFF2-40B4-BE49-F238E27FC236}">
                <a16:creationId xmlns:a16="http://schemas.microsoft.com/office/drawing/2014/main" id="{A11C6BE6-F043-40B9-98D4-70D9BE24C014}"/>
              </a:ext>
            </a:extLst>
          </p:cNvPr>
          <p:cNvSpPr txBox="1"/>
          <p:nvPr/>
        </p:nvSpPr>
        <p:spPr>
          <a:xfrm>
            <a:off x="5784456" y="5468814"/>
            <a:ext cx="13698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000" dirty="0" err="1">
                <a:latin typeface="Raleway" panose="020B0503030101060003" pitchFamily="34" charset="-18"/>
              </a:rPr>
              <a:t>Midnight</a:t>
            </a:r>
            <a:r>
              <a:rPr lang="pl-PL" sz="1000" dirty="0">
                <a:latin typeface="Raleway" panose="020B0503030101060003" pitchFamily="34" charset="-18"/>
              </a:rPr>
              <a:t> Black</a:t>
            </a:r>
          </a:p>
        </p:txBody>
      </p:sp>
      <p:pic>
        <p:nvPicPr>
          <p:cNvPr id="34" name="Obraz 33">
            <a:extLst>
              <a:ext uri="{FF2B5EF4-FFF2-40B4-BE49-F238E27FC236}">
                <a16:creationId xmlns:a16="http://schemas.microsoft.com/office/drawing/2014/main" id="{121AC774-8B1B-436C-A8BB-E8AF705745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4818" y="3591663"/>
            <a:ext cx="1752007" cy="187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80536"/>
      </p:ext>
    </p:extLst>
  </p:cSld>
  <p:clrMapOvr>
    <a:masterClrMapping/>
  </p:clrMapOvr>
</p:sld>
</file>

<file path=ppt/theme/theme1.xml><?xml version="1.0" encoding="utf-8"?>
<a:theme xmlns:a="http://schemas.openxmlformats.org/drawingml/2006/main" name="Przycinanie">
  <a:themeElements>
    <a:clrScheme name="Przycinani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Przycinani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rzycinani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TM10001105[[fn=Przycinanie]]</Template>
  <TotalTime>0</TotalTime>
  <Words>52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Calibri</vt:lpstr>
      <vt:lpstr>Franklin Gothic Book</vt:lpstr>
      <vt:lpstr>Raleway</vt:lpstr>
      <vt:lpstr>Przycinanie</vt:lpstr>
      <vt:lpstr>PowerPoint-Präsentation</vt:lpstr>
      <vt:lpstr>Neu Produzierte Kollektion 2022</vt:lpstr>
      <vt:lpstr>Neu Produzierte Kollektion 2022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Anna Gajewy</dc:creator>
  <cp:lastModifiedBy>Markus Tyrok</cp:lastModifiedBy>
  <cp:revision>39</cp:revision>
  <dcterms:created xsi:type="dcterms:W3CDTF">2021-12-09T08:57:52Z</dcterms:created>
  <dcterms:modified xsi:type="dcterms:W3CDTF">2022-02-07T09:31:53Z</dcterms:modified>
</cp:coreProperties>
</file>